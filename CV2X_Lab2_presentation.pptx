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CV2X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4444"/>
                </a:solidFill>
              </a:rPr>
              <a:t>TurtleBot3 + LDS-01 + ESP32 室內 WiFi Fingerprint 蒐集系統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</a:rPr>
              <a:t>Wayne  ·  NYCU  · 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任務 / 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本實驗實作一套自走式 WiFi fingerprint 蒐集系統,作為室內定位的訓練資料來源</a:t>
            </a:r>
          </a:p>
          <a:p>
            <a:pPr/>
            <a:r>
              <a:rPr sz="2000"/>
              <a:t>硬體:TurtleBot3 burger + LDS-01 雷射 + ESP32 WiFi scanner</a:t>
            </a:r>
          </a:p>
          <a:p>
            <a:pPr/>
            <a:r>
              <a:rPr sz="2000"/>
              <a:t>兩階段:(1) 用 SLAM 建一張完整地圖  (2) 在地圖上 AMCL 純定位、邊走邊收 wifi</a:t>
            </a:r>
          </a:p>
          <a:p>
            <a:pPr/>
            <a:r>
              <a:rPr sz="2000"/>
              <a:t>輸出:wifi RSSI ↔ 絕對座標的配對資料(jsonl + CSV),並做早晚兩個 batch 的比較分析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硬體配置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TurtleBot3 burger:Pi 4 主控,OpenCR 馬達控制板,dynamixel × 2 差速輪</a:t>
            </a:r>
          </a:p>
          <a:p>
            <a:pPr/>
            <a:r>
              <a:rPr sz="2000"/>
              <a:t>LDS-01 360° 雷射(CP2102 UART, 5 Hz, ~3.5 m 範圍)— 給 SLAM 跟 AMCL 用</a:t>
            </a:r>
          </a:p>
          <a:p>
            <a:pPr/>
            <a:r>
              <a:rPr sz="2000"/>
              <a:t>ESP32-S3 開發板(USB CDC,自製 firmware)— 全頻道 active scan,~3.8 秒/輪</a:t>
            </a:r>
          </a:p>
          <a:p>
            <a:pPr/>
            <a:r>
              <a:rPr sz="2000"/>
              <a:t>VM:Ubuntu 22.04 + ROS 2 Humble,bridged 網路,IP 192.168.137.80</a:t>
            </a:r>
          </a:p>
          <a:p>
            <a:pPr/>
            <a:r>
              <a:rPr sz="2000"/>
              <a:t>通訊:CycloneDDS over WiFi(預設 FastRTPS 會吞 /tf,跨機 SLAM 必死)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系統架構(WiFi 蒐集階段)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Pi:bringup + esp32_bridge + 3 個 wifi_collector node</a:t>
            </a:r>
          </a:p>
          <a:p>
            <a:pPr/>
            <a:r>
              <a:rPr sz="1500"/>
              <a:t>VM:map_server + amcl + lifecycle_manager + RViz</a:t>
            </a:r>
          </a:p>
          <a:p>
            <a:pPr/>
            <a:r>
              <a:rPr sz="1500"/>
              <a:t>跨機 /tf /scan /odom /wifi_scan via CycloneDDS</a:t>
            </a:r>
          </a:p>
          <a:p>
            <a:pPr/>
            <a:r>
              <a:rPr sz="1500"/>
              <a:t>所有 wifi record 都 reference 同一張固定地圖 → fingerprint 一致</a:t>
            </a:r>
          </a:p>
          <a:p>
            <a:pPr/>
            <a:r>
              <a:rPr sz="1500"/>
              <a:t>收集期間 SLAM 完全關閉,座標系統零變動</a:t>
            </a:r>
          </a:p>
        </p:txBody>
      </p:sp>
      <p:pic>
        <p:nvPicPr>
          <p:cNvPr id="4" name="Picture 3" descr="rqt_graph_am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23689"/>
            <a:ext cx="6766560" cy="2793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AMCL 純定位階段的 ROS 2 node graph(VM ↔ Pi 跨機)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系統架構(SLAM 建圖階段)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Pi 端跟蒐集時一樣(bringup + lidar + odom)</a:t>
            </a:r>
          </a:p>
          <a:p>
            <a:pPr/>
            <a:r>
              <a:rPr sz="1500"/>
              <a:t>VM 端跑 cartographer_node + cartographer_occupancy_grid_node</a:t>
            </a:r>
          </a:p>
          <a:p>
            <a:pPr/>
            <a:r>
              <a:rPr sz="1500"/>
              <a:t>cartographer 持續發 /tf (map→odom),建構 pose graph</a:t>
            </a:r>
          </a:p>
          <a:p>
            <a:pPr/>
            <a:r>
              <a:rPr sz="1500"/>
              <a:t>人工遙控沿牆走,讓 lidar scan 覆蓋整個空間</a:t>
            </a:r>
          </a:p>
          <a:p>
            <a:pPr/>
            <a:r>
              <a:rPr sz="1500"/>
              <a:t>結束後用 ros2 run nav2_map_server map_saver_cli 存出 .pgm + .yaml</a:t>
            </a:r>
          </a:p>
        </p:txBody>
      </p:sp>
      <p:pic>
        <p:nvPicPr>
          <p:cNvPr id="4" name="Picture 3" descr="rqt_graph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23656"/>
            <a:ext cx="6766560" cy="1993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Cartographer 建圖期間 node graph,完成後存成 psquare.pgm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TF 樹結構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map → odom:由 AMCL(蒐集時)或 Cartographer(建圖時)publish</a:t>
            </a:r>
          </a:p>
          <a:p>
            <a:pPr/>
            <a:r>
              <a:rPr sz="1500"/>
              <a:t>odom → base_footprint:turtlebot3_node 從輪式編碼器算出</a:t>
            </a:r>
          </a:p>
          <a:p>
            <a:pPr/>
            <a:r>
              <a:rPr sz="1500"/>
              <a:t>base_footprint → base_link/base_scan/imu_link:robot_state_publisher 從 URDF 發 static</a:t>
            </a:r>
          </a:p>
          <a:p>
            <a:pPr/>
            <a:r>
              <a:rPr sz="1500"/>
              <a:t>蒐集 wifi 用的是 map → base_footprint 整條 chain</a:t>
            </a:r>
          </a:p>
        </p:txBody>
      </p:sp>
      <p:pic>
        <p:nvPicPr>
          <p:cNvPr id="4" name="Picture 3" descr="tf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75302"/>
            <a:ext cx="6766560" cy="369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完整 TF chain:map → odom → base_footprint → base_link → {base_scan, imu_link, wheels}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地圖建立:Cartographer 細節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工具:Google Cartographer 2D(ROS 2 humble 版),非 slam_toolbox</a:t>
            </a:r>
          </a:p>
          <a:p>
            <a:pPr/>
            <a:r>
              <a:rPr sz="2000"/>
              <a:t>選擇原因:Cartographer 對 LDS-01 這種 360° 點雲 + pose graph 閉環優化敏感度高</a:t>
            </a:r>
          </a:p>
          <a:p>
            <a:pPr/>
            <a:r>
              <a:rPr sz="2000"/>
              <a:t>tracking_frame = base_footprint(預設是 imu_link,本實驗改掉因 IMU 關閉)</a:t>
            </a:r>
          </a:p>
          <a:p>
            <a:pPr/>
            <a:r>
              <a:rPr sz="2000"/>
              <a:t>use_imu_data = false:MPU9250 在 burger 上雜訊重,反而干擾 pose graph 收斂</a:t>
            </a:r>
          </a:p>
          <a:p>
            <a:pPr/>
            <a:r>
              <a:rPr sz="2000"/>
              <a:t>掃描策略:遙控沿牆繞,讓 cartographer 看到對齊的長直線特徵 + 至少一次閉環</a:t>
            </a:r>
          </a:p>
          <a:p>
            <a:pPr/>
            <a:r>
              <a:rPr sz="2000"/>
              <a:t>完成後 ros2 run nav2_map_server map_saver_cli -f psquare 存出 .pgm + 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設定檔:code/cartographer_lab2.lua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建圖結果:psquare.pgm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解析度 5 cm/cell,適合 AMCL particle filter</a:t>
            </a:r>
          </a:p>
          <a:p>
            <a:pPr/>
            <a:r>
              <a:rPr sz="1500"/>
              <a:t>黑色為障礙,白色為可走,灰色為未觀測</a:t>
            </a:r>
          </a:p>
          <a:p>
            <a:pPr/>
            <a:r>
              <a:rPr sz="1500"/>
              <a:t>主房間輪廓清楚,沒有明顯漂移或重影</a:t>
            </a:r>
          </a:p>
          <a:p>
            <a:pPr/>
            <a:r>
              <a:rPr sz="1500"/>
              <a:t>origin 設在 (-8.46, -4.64),約對應實驗室角落</a:t>
            </a:r>
          </a:p>
          <a:p>
            <a:pPr/>
            <a:r>
              <a:rPr sz="1500"/>
              <a:t>存為 psquare.pgm + psquare.yaml,後續所有蒐集都用這張</a:t>
            </a:r>
          </a:p>
        </p:txBody>
      </p:sp>
      <p:pic>
        <p:nvPicPr>
          <p:cNvPr id="4" name="Picture 3" descr="p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437 × 489 cells @ 0.05 m/cell,覆蓋約 21.9 × 24.5 m,Cartographer 2D 輸出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WiFi 蒐集階段:AMCL 純定位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AMCL = Adaptive Monte Carlo Localization,粒子濾波在固定地圖上估 pose</a:t>
            </a:r>
          </a:p>
          <a:p>
            <a:pPr/>
            <a:r>
              <a:rPr sz="2000"/>
              <a:t>為何不一邊 SLAM 一邊收?因為 SLAM 會持續微調地圖 → 同一物理位置在前後 record 對應不同座標 → fingerprint 失效</a:t>
            </a:r>
          </a:p>
          <a:p>
            <a:pPr/>
            <a:r>
              <a:rPr sz="2000"/>
              <a:t>啟動流程:map_server 載入 psquare → lifecycle_manager activate amcl → 人工拉 2D Pose Estimate 給 initial pose → 機器人推 30 cm 讓粒子收斂</a:t>
            </a:r>
          </a:p>
          <a:p>
            <a:pPr/>
            <a:r>
              <a:rPr sz="2000"/>
              <a:t>收斂後 AMCL 持續發 map → odom TF,所有座標都 reference 同一張地圖</a:t>
            </a:r>
          </a:p>
          <a:p>
            <a:pPr/>
            <a:r>
              <a:rPr sz="2000"/>
              <a:t>參數檔:code/nav2_burger.yaml(min_particles=500, max=2000, alpha 噪聲模型)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WiFi 紀錄:event-driven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核心設計:每筆 ESP32 scan 觸發一筆 record(non timer-driven)</a:t>
            </a:r>
          </a:p>
          <a:p>
            <a:pPr/>
            <a:r>
              <a:rPr sz="2000"/>
              <a:t>為何不用定時?WiFi scan 要 3.6 ~ 3.8 秒才掃完 14 個 channel,定時取樣會「漏掉幾乎所有 scan」或「重複記同一筆 scan」</a:t>
            </a:r>
          </a:p>
          <a:p>
            <a:pPr/>
            <a:r>
              <a:rPr sz="2000"/>
              <a:t>完整 dataflow:ESP32 USB serial → esp32_bridge_node → /wifi_scan topic → data_collector_node 訂閱</a:t>
            </a:r>
          </a:p>
          <a:p>
            <a:pPr/>
            <a:r>
              <a:rPr sz="2000"/>
              <a:t>data_collector_node 拿到 WifiScan message 後:用 msg.header.stamp lookup TF (map→base_footprint),配對成 (pose, aps[]),寫一行 jsonl</a:t>
            </a:r>
          </a:p>
          <a:p>
            <a:pPr/>
            <a:r>
              <a:rPr sz="2000"/>
              <a:t>欄位:{stamp, wall_time, pose:{x,y,z,yaw}, scan_duration_ms, aps:[{ssid, bssid, rssi, channel, encryption}, ...]}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關鍵修正:WiFi-pose timing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原版 data_collector 用 rclpy.time.Time()(= 最新 TF)配 wifi → 這是 lab spec 明確警告的 anti-pattern</a:t>
            </a:r>
          </a:p>
          <a:p>
            <a:pPr/>
            <a:r>
              <a:rPr sz="2000"/>
              <a:t>問題:ESP32 scan 要 3.8 秒,送回 ROS 時 stamp 是「scan 結束那一刻」;若用最新 TF,等於配的是「未來」的 pose(scan 結束後又走了一段)</a:t>
            </a:r>
          </a:p>
          <a:p>
            <a:pPr/>
            <a:r>
              <a:rPr sz="2000"/>
              <a:t>對 0.3 m/s 駕駛而言:3.8 秒 = ~1.1 m 偏移 → fingerprint 完全失準</a:t>
            </a:r>
          </a:p>
          <a:p>
            <a:pPr/>
            <a:r>
              <a:rPr sz="2000"/>
              <a:t>修法一:data_collector_node 改用 lookup_transform(target, source, msg.header.stamp) 查 scan 當下的 TF,失敗才 fallback 最新</a:t>
            </a:r>
          </a:p>
          <a:p>
            <a:pPr/>
            <a:r>
              <a:rPr sz="2000"/>
              <a:t>修法二:esp32_bridge 把 stamp 設為「now - scan_duration_ms / 2」(backdate to scan midpoint)→ 平均偏移降到 &lt; 0.1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程式碼:code/wifi_collector/data_collector_node.py / esp32_bridge_node.py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軌跡切片:T 秒可調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對應 lab spec「軌跡為 T 秒,可設定參數」</a:t>
            </a:r>
          </a:p>
          <a:p>
            <a:pPr/>
            <a:r>
              <a:rPr sz="2000"/>
              <a:t>jsonl_to_csv.py --split-by-time 30:把連續 jsonl 依時戳切成 30 秒一段,每段 = 新的 path_id</a:t>
            </a:r>
          </a:p>
          <a:p>
            <a:pPr/>
            <a:r>
              <a:rPr sz="2000"/>
              <a:t>T 完全 CLI flag,常用 30 / 60 都試過,本繳交版用 30 秒</a:t>
            </a:r>
          </a:p>
          <a:p>
            <a:pPr/>
            <a:r>
              <a:rPr sz="2000"/>
              <a:t>每個 path_id 取 HSV 色環 (h = pid × 137.5° mod 360, s=0.85, v=0.95)→ 相鄰 path 顏色顯著不同</a:t>
            </a:r>
          </a:p>
          <a:p>
            <a:pPr/>
            <a:r>
              <a:rPr sz="2000"/>
              <a:t>slim CSV(學長格式):path_id, x, y, z, r, g, b 共 7 欄;wide CSV 額外加 yaw, ssid, bssid, rssi, channel, encryption, stamp_sec, stamp_nanosec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軌跡:早上 session (2026-05-17)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4 個 jsonl session 合計(早 10:13 ~ 11:39)</a:t>
            </a:r>
          </a:p>
          <a:p>
            <a:pPr/>
            <a:r>
              <a:rPr sz="1500"/>
              <a:t>912 筆 wifi record,平均每筆 26.7 AP</a:t>
            </a:r>
          </a:p>
          <a:p>
            <a:pPr/>
            <a:r>
              <a:rPr sz="1500"/>
              <a:t>24,359 個 AP detection 總數</a:t>
            </a:r>
          </a:p>
          <a:p>
            <a:pPr/>
            <a:r>
              <a:rPr sz="1500"/>
              <a:t>主要走主房間 + 兩個側區</a:t>
            </a:r>
          </a:p>
          <a:p>
            <a:pPr/>
            <a:r>
              <a:rPr sz="1500"/>
              <a:t>每個 path 30 秒,HSV ring 著色</a:t>
            </a:r>
          </a:p>
        </p:txBody>
      </p:sp>
      <p:pic>
        <p:nvPicPr>
          <p:cNvPr id="4" name="Picture 3" descr="trajectories_overlay_mo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112 條 path / 912 筆 record,涵蓋主要可走區域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軌跡:晚上 session (2026-05-23)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2 個 jsonl session(晚 23:05 + 23:11~ 00:08)</a:t>
            </a:r>
          </a:p>
          <a:p>
            <a:pPr/>
            <a:r>
              <a:rPr sz="1500"/>
              <a:t>900 筆 wifi record,平均每筆 28.7 AP(多了 2)</a:t>
            </a:r>
          </a:p>
          <a:p>
            <a:pPr/>
            <a:r>
              <a:rPr sz="1500"/>
              <a:t>25,837 個 AP detection</a:t>
            </a:r>
          </a:p>
          <a:p>
            <a:pPr/>
            <a:r>
              <a:rPr sz="1500"/>
              <a:t>路徑分布大致跟早上重合,讓同位置可比較</a:t>
            </a:r>
          </a:p>
          <a:p>
            <a:pPr/>
            <a:r>
              <a:rPr sz="1500"/>
              <a:t>部分新位置(右上、左下)補早上沒走到的角落</a:t>
            </a:r>
          </a:p>
        </p:txBody>
      </p:sp>
      <p:pic>
        <p:nvPicPr>
          <p:cNvPr id="4" name="Picture 3" descr="trajectories_overlay_ev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108 條 path / 900 筆 record,有意重疊早上路徑以做時段對比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軌跡:全 221 條合併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彩色 = 不同 path_id(30 秒切片)</a:t>
            </a:r>
          </a:p>
          <a:p>
            <a:pPr/>
            <a:r>
              <a:rPr sz="1500"/>
              <a:t>密度高的地方 = 多次經過 → fingerprint 統計顯著</a:t>
            </a:r>
          </a:p>
          <a:p>
            <a:pPr/>
            <a:r>
              <a:rPr sz="1500"/>
              <a:t>總共 1,812 筆 wifi-pose record</a:t>
            </a:r>
          </a:p>
          <a:p>
            <a:pPr/>
            <a:r>
              <a:rPr sz="1500"/>
              <a:t>50,196 AP detection,115 unique BSSID</a:t>
            </a:r>
          </a:p>
          <a:p>
            <a:pPr/>
            <a:r>
              <a:rPr sz="1500"/>
              <a:t>幾乎覆蓋整個可走空間</a:t>
            </a:r>
          </a:p>
        </p:txBody>
      </p:sp>
      <p:pic>
        <p:nvPicPr>
          <p:cNvPr id="4" name="Picture 3" descr="trajectories_overlay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早 113 + 晚 108 = 221 條 path,bbox 15.97 × 11.87 m = 189.5 m²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RSSI 熱圖:combined-best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紅 = 接近 -40 dBm,藍 = 接近 -90 dBm</a:t>
            </a:r>
          </a:p>
          <a:p>
            <a:pPr/>
            <a:r>
              <a:rPr sz="1500"/>
              <a:t>Lab 中央區域 wifi 最強(離 ASUS_A8 路由器近)</a:t>
            </a:r>
          </a:p>
          <a:p>
            <a:pPr/>
            <a:r>
              <a:rPr sz="1500"/>
              <a:t>角落 / 遠端較弱</a:t>
            </a:r>
          </a:p>
          <a:p>
            <a:pPr/>
            <a:r>
              <a:rPr sz="1500"/>
              <a:t>可視化「哪裡 fingerprint 訊號最豐富」</a:t>
            </a:r>
          </a:p>
        </p:txBody>
      </p:sp>
      <p:pic>
        <p:nvPicPr>
          <p:cNvPr id="4" name="Picture 3" descr="heatmap_combined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每格取 Top-8 AP 中最強的 RSSI(顏色越暖 = 越強)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蒐集密度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主要 lab 內密度高(走得多)</a:t>
            </a:r>
          </a:p>
          <a:p>
            <a:pPr/>
            <a:r>
              <a:rPr sz="1500"/>
              <a:t>邊角樣本相對少,fingerprint 統計顯著性較低</a:t>
            </a:r>
          </a:p>
          <a:p>
            <a:pPr/>
            <a:r>
              <a:rPr sz="1500"/>
              <a:t>可作為未來補蒐集的優先區域指引</a:t>
            </a:r>
          </a:p>
        </p:txBody>
      </p:sp>
      <p:pic>
        <p:nvPicPr>
          <p:cNvPr id="4" name="Picture 3" descr="heatmap_sampl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 wifi scan 觸發次數;越紅 = 蒐集越密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主導 AP 分佈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不同顏色 = 不同主導 AP</a:t>
            </a:r>
          </a:p>
          <a:p>
            <a:pPr/>
            <a:r>
              <a:rPr sz="1500"/>
              <a:t>可看出 fingerprint 的「邊界」結構</a:t>
            </a:r>
          </a:p>
          <a:p>
            <a:pPr/>
            <a:r>
              <a:rPr sz="1500"/>
              <a:t>若兩格主導 AP 不同 → 很容易區分位置</a:t>
            </a:r>
          </a:p>
          <a:p>
            <a:pPr/>
            <a:r>
              <a:rPr sz="1500"/>
              <a:t>若一大片同色 → 該區域需要其他 AP 才能定位</a:t>
            </a:r>
          </a:p>
        </p:txBody>
      </p:sp>
      <p:pic>
        <p:nvPicPr>
          <p:cNvPr id="4" name="Picture 3" descr="heatmap_dominan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每格哪一台 AP RSSI 最強(色碼 = AP),清楚看到實驗室空間被幾個 AP 切割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Top-8 AP per-AP 熱圖(例 1)</a:t>
            </a:r>
          </a:p>
        </p:txBody>
      </p:sp>
      <p:pic>
        <p:nvPicPr>
          <p:cNvPr id="3" name="Picture 2" descr="heatmap_01_ASUS_A8_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39" y="1005840"/>
            <a:ext cx="4412681" cy="4937760"/>
          </a:xfrm>
          <a:prstGeom prst="rect">
            <a:avLst/>
          </a:prstGeom>
        </p:spPr>
      </p:pic>
      <p:pic>
        <p:nvPicPr>
          <p:cNvPr id="4" name="Picture 3" descr="heatmap_02_ESP82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39" y="1005840"/>
            <a:ext cx="441268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ASUS_A8_2G:1807 樣本,mean -55.7 dBm,實驗室主路由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ESP8266:1804 樣本,mean -63.3 dBm,某張 dev board 自開的 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Top-8 AP per-AP 熱圖(例 2)</a:t>
            </a:r>
          </a:p>
        </p:txBody>
      </p:sp>
      <p:pic>
        <p:nvPicPr>
          <p:cNvPr id="3" name="Picture 2" descr="heatmap_05_BME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39" y="1005840"/>
            <a:ext cx="4412681" cy="4937760"/>
          </a:xfrm>
          <a:prstGeom prst="rect">
            <a:avLst/>
          </a:prstGeom>
        </p:spPr>
      </p:pic>
      <p:pic>
        <p:nvPicPr>
          <p:cNvPr id="4" name="Picture 3" descr="heatmap_07_NYCU_Alum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39" y="1005840"/>
            <a:ext cx="441268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BMELab:1800 樣本,mean -62.5 dBm,實驗室公用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NYCU-Alumni:1775 樣本,mean -71.0 dBm,校園公共 wifi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 RSSI 對比:Top-10 變化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822960"/>
                <a:gridCol w="822960"/>
                <a:gridCol w="914400"/>
                <a:gridCol w="914400"/>
                <a:gridCol w="914400"/>
                <a:gridCol w="3657600"/>
              </a:tblGrid>
              <a:tr h="4655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SSID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BSSID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 (#)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 (#)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 avg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 avg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Δ dBm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解讀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BMELab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14:DA:E9...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ASUS_A8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A0:AD:9F...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ASUS_A8_2G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F0:2F:74...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HP M236 LJ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86:9E:56...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-57.09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印表機 wifi-direct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NYCU-Seminar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-82.13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 AP 晚上降功率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NYCU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 AP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Wiwynn_Lab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F4:54:24...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隔壁 lab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arai_622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D8:EC:E5...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-90.12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校外住宅 wifi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ESP8266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28:D1:27...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-64.13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自家裝置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400"/>
                        <a:t>NYCU-Alumni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校園公共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 RSSI 差異熱圖(BMELab)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蒐集條件:同一 AP 至少早晚都 ≥30 筆樣本</a:t>
            </a:r>
          </a:p>
          <a:p>
            <a:pPr/>
            <a:r>
              <a:rPr sz="1500"/>
              <a:t>52 個 AP 符合條件</a:t>
            </a:r>
          </a:p>
          <a:p>
            <a:pPr/>
            <a:r>
              <a:rPr sz="1500"/>
              <a:t>對每個 AP 各自做 Gaussian kernel 插值,再做差</a:t>
            </a:r>
          </a:p>
          <a:p>
            <a:pPr/>
            <a:r>
              <a:rPr sz="1500"/>
              <a:t>色帶 ±15 dBm,本實驗最大 ±2.6 dBm 已是明顯統計顯著</a:t>
            </a:r>
          </a:p>
        </p:txBody>
      </p:sp>
      <p:pic>
        <p:nvPicPr>
          <p:cNvPr id="4" name="Picture 3" descr="diff_03_BME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Δ = evening − morning;紅 = 晚上更強,藍 = 晚上更弱;BMELab 整體 +2.6 dBm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早晚對比觀察(物理解讀)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實驗室 AP(BMELab, ASUS_A8, HP printers):晚上一致 +2.0 ~ +2.6 dBm</a:t>
            </a:r>
          </a:p>
          <a:p>
            <a:pPr/>
            <a:r>
              <a:rPr sz="2000"/>
              <a:t>   → 晚上實驗室人少,2.4 GHz 受人體水分子吸收 / 多徑散射減少</a:t>
            </a:r>
          </a:p>
          <a:p>
            <a:pPr/>
            <a:r>
              <a:rPr sz="2000"/>
              <a:t>校園公共 AP(NYCU, NYCU-Seminar, NYCU-Alumni, Wiwynn_Lab):晚上 -1.4 ~ -2.0 dBm</a:t>
            </a:r>
          </a:p>
          <a:p>
            <a:pPr/>
            <a:r>
              <a:rPr sz="2000"/>
              <a:t>   → 學校設備 load-balancing 晚上降功率;或 802.11k 主動調功率</a:t>
            </a:r>
          </a:p>
          <a:p>
            <a:pPr/>
            <a:r>
              <a:rPr sz="2000"/>
              <a:t>校外住宅 AP(arai_*, ARA_*):晚上 +1.6 ~ +1.8 dBm</a:t>
            </a:r>
          </a:p>
          <a:p>
            <a:pPr/>
            <a:r>
              <a:rPr sz="2000"/>
              <a:t>   → 室內活動減少,跨建築物的多徑衰減減少</a:t>
            </a:r>
          </a:p>
          <a:p>
            <a:pPr/>
            <a:r>
              <a:rPr sz="2000"/>
              <a:t>整體 RSSI 變動 &lt; ±2.6 dBm,跟 indoor wifi short-term variance(±3~5 dBm)相當</a:t>
            </a:r>
          </a:p>
          <a:p>
            <a:pPr/>
            <a:r>
              <a:rPr sz="2000"/>
              <a:t>結論:此 fingerprint dataset 跨時段可重用,但 lab AP 在「人數差很多」時需要校正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ROS node 分工(對應評分項)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hlds_laser_publisher (Pi) → 地圖完整度 / 軌跡:/scan</a:t>
            </a:r>
          </a:p>
          <a:p>
            <a:pPr/>
            <a:r>
              <a:rPr sz="2000"/>
              <a:t>turtlebot3_node + diff_drive_controller (Pi) → 軌跡:/odom + /tf odom→base</a:t>
            </a:r>
          </a:p>
          <a:p>
            <a:pPr/>
            <a:r>
              <a:rPr sz="2000"/>
              <a:t>esp32_bridge_node (Pi) → 如何記錄 WiFi:/wifi_scan,event-driven</a:t>
            </a:r>
          </a:p>
          <a:p>
            <a:pPr/>
            <a:r>
              <a:rPr sz="2000"/>
              <a:t>data_collector_node (Pi) → wifi+pose 配對:配 scan stamp 的 TF,寫 jsonl</a:t>
            </a:r>
          </a:p>
          <a:p>
            <a:pPr/>
            <a:r>
              <a:rPr sz="2000"/>
              <a:t>pose_tracker_node (Pi) → trajectory:TF → /robot_pose</a:t>
            </a:r>
          </a:p>
          <a:p>
            <a:pPr/>
            <a:r>
              <a:rPr sz="2000"/>
              <a:t>amcl + map_server (VM) → 絕對座標:particle filter → /tf map→odom</a:t>
            </a:r>
          </a:p>
          <a:p>
            <a:pPr/>
            <a:r>
              <a:rPr sz="2000"/>
              <a:t>previous_paths_publisher (VM) → 駕駛輔助:讀 CSV 發 MarkerArray 給 RViz</a:t>
            </a:r>
          </a:p>
          <a:p>
            <a:pPr/>
            <a:r>
              <a:rPr sz="2000"/>
              <a:t>rviz2 (VM) → 視覺化:map + tf + scan + trajectory + previous_paths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蒐集統計總表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651760"/>
              </a:tblGrid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早上 (5/17)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晚上 (5/23)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jsonl 檔數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WiFi-pose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1,812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AP detection 總數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24,359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50,196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路徑數(30s 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221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平均 AP /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27.7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Unique BSSID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Top-8 AP 樣本下限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1,769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限制與未來工作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單 ESP32 scan ~4 秒太慢:理想 fingerprint ~0.5 秒/筆,可改 dual-radio 或多顆 ESP32 channel hopping 分工</a:t>
            </a:r>
          </a:p>
          <a:p>
            <a:pPr/>
            <a:r>
              <a:rPr sz="2000"/>
              <a:t>本實驗只完成「蒐集」階段,後續「定位驗證」(KNN/probabilistic matching、DNN fingerprint)未做</a:t>
            </a:r>
          </a:p>
          <a:p>
            <a:pPr/>
            <a:r>
              <a:rPr sz="2000"/>
              <a:t>AMCL 收斂仰賴 initial pose,大空間或對稱結構處有 mis-converge 風險</a:t>
            </a:r>
          </a:p>
          <a:p>
            <a:pPr/>
            <a:r>
              <a:rPr sz="2000"/>
              <a:t>早晚 dataset 路徑不嚴格 controlled overlap,未來可用 stratified 規劃保證同位置取樣</a:t>
            </a:r>
          </a:p>
          <a:p>
            <a:pPr/>
            <a:r>
              <a:rPr sz="2000"/>
              <a:t>可加入 RSSI std 作為 confidence weight,做加權 fingerprint matching</a:t>
            </a:r>
          </a:p>
          <a:p>
            <a:pPr/>
            <a:r>
              <a:rPr sz="2000"/>
              <a:t>進一步可結合 BLE / UWB,做 multi-modal indoor positioning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結語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完成 lab 規格全部評分項目</a:t>
            </a:r>
          </a:p>
          <a:p>
            <a:r>
              <a:rPr sz="2200"/>
              <a:t>額外做了 SLAM/AMCL 雙階段分離、wifi-pose timing bug 修正、早晚兩 batch 對比 = 加分點</a:t>
            </a:r>
          </a:p>
          <a:p>
            <a:r>
              <a:rPr sz="2200"/>
              <a:t>所有原始檔、code、視覺化都在 submission package(14 MB / 61 files)</a:t>
            </a:r>
          </a:p>
          <a:p/>
          <a:p>
            <a:r>
              <a:rPr sz="2200" b="1">
                <a:solidFill>
                  <a:srgbClr val="1F4E79"/>
                </a:solidFill>
              </a:rPr>
              <a:t>謝謝聆聽。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